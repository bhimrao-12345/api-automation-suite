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Jira-Driven QA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AEEF"/>
                </a:solidFill>
                <a:latin typeface="Calibri"/>
              </a:rPr>
              <a:t>Automated Test Generation, Review &amp; Execution — driven by a single  start  command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8"/>
                </a:solidFill>
                <a:latin typeface="Calibri"/>
              </a:rPr>
              <a:t>LBLR Voice Services  ·  Project: LBVOICESER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B2C5E"/>
                </a:solidFill>
                <a:latin typeface="Calibri"/>
              </a:rPr>
              <a:t>Java 11  ·  REST Assured  ·  JUnit 5  ·  Maven  ·  Allure  ·  Jira / Xray Cloud  ·  Claude 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It Works — The  start  Command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Type  start  in the Claude Code chat inside VS Code. Everything below runs automatically.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Four phases — per-ticket processing, then one combined test run: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965960"/>
            <a:ext cx="109728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6596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892808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2768" y="1938528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JQL Fetch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2258568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Pulls every LBVOICESER story in 'Ready for testing' with no qa-auto-generated or qa-context-requested label.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715768"/>
            <a:ext cx="1097280" cy="47548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71576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642616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2768" y="2688336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Context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008376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Evaluates each ticket: summary · description · ≥1 AC · HTTP method · endpoint · request/response example.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65576"/>
            <a:ext cx="109728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465576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3392424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2768" y="3438144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SUFFICIENT → Gates 1 &amp;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3758184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Test case table → human approval → Jira Test issue created → script written → human approval → queued for run.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15384"/>
            <a:ext cx="1097280" cy="47548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421538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3b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142232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72768" y="4187952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INSUFFICIENT → Comment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507992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Posts a structured ADF comment listing exactly what's missing. Stamps qa-context-requested on the Jira ticket.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65192"/>
            <a:ext cx="1097280" cy="47548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49651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Phase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4892040"/>
            <a:ext cx="10378440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2768" y="4937759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Gate 3 — Combined Maven Run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72768" y="5257800"/>
            <a:ext cx="10149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One  mvn test  command covering all approved classes. Allure report opens. Jira auto-updated per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1 &amp; 2 — Fetch Tickets &amp; Context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JQL Query (Phase 1)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01368"/>
            <a:ext cx="5394960" cy="141732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project = LBVOICESER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5688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status = "Ready for testing"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76856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issuetype in (Story, Task)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78024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AND (labels is EMPTY 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79191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labels NOT IN ("qa-auto-generated",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120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"qa-context-requested"))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371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Mandatory Fields (Phase 2 Context Check)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89320" y="1801368"/>
          <a:ext cx="571500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15468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Required for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≥1 Acceptance Criterion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HTTP Method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Endpoint Path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All tickets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Request body example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POST / PUT / 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Sample response body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GET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20040" y="3429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Outcome labels — permanent ticket markers: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20040" y="3867912"/>
          <a:ext cx="11338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657600"/>
                <a:gridCol w="5029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Label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Effect on future syncs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qa-auto-generated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Test generated &amp; approved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Ticket excluded forever — never processed again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qa-context-requested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Comment posted, info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Excluded until assignee removes the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Phase 3b — INSUFFICIENT Ticket: Comment &amp;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When a ticket lacks required fields, Claude posts a structured comment before any QA time is spent.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gets posted to Jira (ADF comment):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92808"/>
          <a:ext cx="6446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862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Section in comment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Content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Mention @assignee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Tags the ticket assignee directly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fields 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Exact field names that are absent (e.g. 'HTTP Method', 'Endpoint Path')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Examples provided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Shows what a well-formed AC or request body looks like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No-action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Explains the ticket will be re-evaluated automatically once updated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13232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After comment — automatic label stamp: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892808"/>
            <a:ext cx="466344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965960"/>
            <a:ext cx="4480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qa-context-requested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6032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JQL filter excludes this label on every subsequent 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9809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duplicate comments — ticket is processed exactly once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40156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Automatically re-enters the queue once assignee fixes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82219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  ticket and removes the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840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Ticket lifecycle — INSUFFICIENT path: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Ticket in 'Ready for testing'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6543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67712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Fails context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4215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15383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15383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ADF comment posted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5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5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qa-context-requested 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59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0727" y="4279392"/>
            <a:ext cx="1783080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7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Excluded from next sync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1" y="438912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45570"/>
                </a:solidFill>
                <a:latin typeface="Calibri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399" y="4279392"/>
            <a:ext cx="1783080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399" y="4315968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Re-enters when fixed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1 — Test Case Review  (Human Approval)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Claude presents a test case table first, then asks for approval — no code written yet.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1 — Claude shows the test case table: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892808"/>
          <a:ext cx="5806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286000"/>
                <a:gridCol w="1143000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Test method name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DisplayName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 it covers</a:t>
                      </a:r>
                    </a:p>
                  </a:txBody>
                  <a:tcPr>
                    <a:solidFill>
                      <a:srgbClr val="0B2C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missingAuthHeaderReturns400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No auth header returns 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#1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emptyBodyReturns400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Empty body returns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missingVoiceFieldReturns400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voice field returns 400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#3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missingSpeechTextReturns400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Missing speechText returns 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A1A2E"/>
                          </a:solidFill>
                        </a:rPr>
                        <a:t>AC #4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2 — AskUserQuestion (UI dropdown):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023360"/>
            <a:ext cx="5943600" cy="566928"/>
          </a:xfrm>
          <a:prstGeom prst="rect">
            <a:avLst/>
          </a:prstGeom>
          <a:solidFill>
            <a:srgbClr val="EBF3FB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087368"/>
            <a:ext cx="5669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Header: "Test case review"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Question: "LBVOICESER-XXXX — &lt;summary&gt; (4 test cases). Proceed with script generation?"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4709160"/>
            <a:ext cx="5943600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75488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Approve test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212080"/>
            <a:ext cx="5943600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25780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Reject test 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Approve — automatic actions (no further prompts):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842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1892808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9168" y="1929384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createJiraIssue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9168" y="218541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Type: Test · summary: '&lt;parent&gt; - Test case' · assignee: Bhimrao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7919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587752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2624328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transitionJiraIssue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2880360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Moves new Test issue → 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37413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3282696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59168" y="3319272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editJiraIssue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3575304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Adds ticket to current active sprint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40690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3977640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59168" y="4014216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Xray GraphQL (PowerShell)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9168" y="4270248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addTestStep mutation for each test case — action/data/result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7640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9440" y="4672584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9168" y="4709160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Inline confirm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59168" y="4965192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✔ Created &lt;key&gt; → In Progress, Sprint 11, N steps added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5458968"/>
            <a:ext cx="384048" cy="38404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45896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5367528"/>
            <a:ext cx="5193792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5404104"/>
            <a:ext cx="49743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Proceeds to Gate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59168" y="5660136"/>
            <a:ext cx="49743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Writes the Java class, no pause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60990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Reject: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6464807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No file written. Ticket re-enters the queue on the next sync.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2 — Script Review  (Human Approval)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Claude writes the Java test class and shows it before any test runs.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What Claude writes: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74519"/>
            <a:ext cx="6400800" cy="347472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@Feature("TTS POST API")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@XrayTest(key = "LBVOICESER-1340")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@Requirement({"LBVOICESER-1330"})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33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class TtsPostApiTest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620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90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@Test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19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@DisplayName("No auth header returns 400")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47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void missingAuthHeaderReturns400()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76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TtsClient.synthesizeWithoutAuth(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0050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  TtsTestData.random())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336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    .then().statusCode(400);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622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908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  // ... 3 more @Test methods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19472"/>
            <a:ext cx="6126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AskUserQuestion (UI dropdown):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49440" y="1874519"/>
            <a:ext cx="4919472" cy="566928"/>
          </a:xfrm>
          <a:prstGeom prst="rect">
            <a:avLst/>
          </a:prstGeom>
          <a:solidFill>
            <a:srgbClr val="EBF3FB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938528"/>
            <a:ext cx="4663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B2C5E"/>
                </a:solidFill>
                <a:latin typeface="Calibri"/>
              </a:rPr>
              <a:t>Header: "Script review"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2148840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Question: "Review src/.../XxxApiTest.java. Queue for combined run or discard?"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587752"/>
            <a:ext cx="4919472" cy="42062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2633472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Approve — queue for combined 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090672"/>
            <a:ext cx="4919472" cy="42062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3136391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Reject — discard the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7216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Approve: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123944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Class name added to the combined run queue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544568"/>
            <a:ext cx="4919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Maven does NOT run yet — waits for all tickets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03834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 Reject: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544068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Generated file is deleted from disk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80644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Jira comment posted: 'scripts rejected — re-evaluated next sync'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6172200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label stamped — ticket re-enters queue next 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Gate 3 — Combined Maven Run  (Automatic)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After ALL tickets are processed — one single mvn test command for all approved classes.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Command executed (PowerShell — foreground, 5-minute timeout):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92808"/>
            <a:ext cx="11521440" cy="54864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02536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0B981"/>
                </a:solidFill>
                <a:latin typeface="Courier New"/>
              </a:rPr>
              <a:t>mvn test  -Dtest=TtsPostApiTest,TtsStreamPostApiTest,VoiceConfigApiTest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606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Rules: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01752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Never run per-ticket — one combined execution after ALL tickets are processed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438144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Always foreground (not background) — full output captured in the tool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85876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PowerShell timeout: 300 000 ms  (5 minutes)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2793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▪  pom.xml exec plugin opens the Allure report in a new window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873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Output captured — per-class result lines: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5276088"/>
            <a:ext cx="11521440" cy="914400"/>
          </a:xfrm>
          <a:prstGeom prst="rect">
            <a:avLst/>
          </a:prstGeom>
          <a:solidFill>
            <a:srgbClr val="0D1A2E"/>
          </a:solidFill>
          <a:ln w="9525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34924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ourier New"/>
              </a:rPr>
              <a:t>[INFO] Tests run: 4, Failures: 0, Errors: 0  -- in com.laerdal.api.tests.TtsPostApiTest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2355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32A"/>
                </a:solidFill>
                <a:latin typeface="Courier New"/>
              </a:rPr>
              <a:t>[ERROR] Tests run: 4, Failures: 2, Errors: 0 -- in com.laerdal.api.tests.TtsStreamPostApiTest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897879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532A"/>
                </a:solidFill>
                <a:latin typeface="Courier New"/>
              </a:rPr>
              <a:t>[ERROR]   TtsStreamPostApiTest.missingVoiceFieldReturns200 -- Expected 200 but was 400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Produces one Allure report covering all approved test classes.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Post-Run — Automatic Jira Updates  (Per Approved Class)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Same turn, no user input needed. All label + transition calls run in parallel.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63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Step 1 — always (every approved class):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892808"/>
            <a:ext cx="11521440" cy="512064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8424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AEEF"/>
                </a:solidFill>
                <a:latin typeface="Courier New"/>
              </a:rPr>
              <a:t>editJiraIssue  →  { "labels": ["qa-auto-generated"]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87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IF  Failures + Errors == 0  (all tests pass):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90088"/>
            <a:ext cx="5394960" cy="5120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0815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transitionJiraIssue  →  transition ID 31  (Done)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61188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Ticket moves to Done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97764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No human step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434340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Jira Test issue (LBVOICESER-XXXX) also stays 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709160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  until Xray import updates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8775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532A"/>
                </a:solidFill>
                <a:latin typeface="Calibri"/>
              </a:rPr>
              <a:t>IF  Failures + Errors &gt; 0  (any test fails):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990088"/>
            <a:ext cx="5349240" cy="512064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30815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ourier New"/>
              </a:rPr>
              <a:t>addCommentToJiraIssue  →  ADF format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61188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Tags @reporter (account mention)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97764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Tests run: N | Failures: F | Errors: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Lists each failing test method 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0916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States expected vs actual HTTP 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07492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Requests: 'review Allure report and correct AC'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440680"/>
            <a:ext cx="5349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▪  Closes with: QA Automation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81928" y="2587752"/>
            <a:ext cx="36576" cy="411480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45570"/>
                </a:solidFill>
                <a:latin typeface="Calibri"/>
              </a:rPr>
              <a:t>Ticket stays in 'Ready for testing' — no auto-transition on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End-to-End Flow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From  start  command to Jira updated — everything in one Claude Code session.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" y="187451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User types start in Claude Code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0784" y="1874519"/>
            <a:ext cx="1207008" cy="5669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0784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JQL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All 'Ready for testing' tickets without processed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6936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187451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Ctx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SUFFICIENT: has summary + desc + AC + method + endpoint +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17136" y="1874519"/>
            <a:ext cx="1207008" cy="566928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INSUFFICIENT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ADF comment → qa-context-requested label → excluded from next sync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200253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1874519"/>
            <a:ext cx="120700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25312" y="187451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2" y="2478024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Test case table shown → Approve / Reject (AskUserQuestion)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" y="3154679"/>
            <a:ext cx="1207008" cy="5669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Auto-create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Jira Test issue → In Progress → Sprint → Xray steps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700784" y="315467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00784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3624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Java class written → shown → Approve / Reject (AskUserQuestion)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16936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3154679"/>
            <a:ext cx="1207008" cy="5669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0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One  mvn test  covering all approved classes · Allure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5112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17136" y="3154679"/>
            <a:ext cx="1207008" cy="566928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7136" y="3154679"/>
            <a:ext cx="1207008" cy="31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Post-run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9976" y="3758183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5570"/>
                </a:solidFill>
                <a:latin typeface="Calibri"/>
              </a:rPr>
              <a:t>qa-auto-generated label · Done transition OR failure comment @reporter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33288" y="3282696"/>
            <a:ext cx="201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6E8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Benefits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Impact on QA speed, consistency, and developer feedback loop.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6459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645920"/>
            <a:ext cx="5440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77393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Zero manual Jira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Tickets in 'Ready for testing' are discovered automatically on every start.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91072" y="16459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91072" y="1645920"/>
            <a:ext cx="5440680" cy="7315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77393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Test cases in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21284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From AC to a reviewed Java class in one session — no handoff delay.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15468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3154680"/>
            <a:ext cx="5440680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328269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One-time processing guarantee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" y="372160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Label filter ensures each ticket is processed exactly once across all syncs.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315468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91072" y="3154680"/>
            <a:ext cx="54406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282696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Xray traceability built-in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72160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Jira Test issue + Xray steps created automatically on Gate 1 approve.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46634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4663440"/>
            <a:ext cx="5440680" cy="73152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4791455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Instant failure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5230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@reporter mentioned in Jira with exact failing method names within seconds.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46634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91072" y="4663440"/>
            <a:ext cx="5440680" cy="73152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4791455"/>
            <a:ext cx="5166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B2C5E"/>
                </a:solidFill>
                <a:latin typeface="Calibri"/>
              </a:rPr>
              <a:t>Human control at every 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5230368"/>
            <a:ext cx="5166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5570"/>
                </a:solidFill>
                <a:latin typeface="Calibri"/>
              </a:rPr>
              <a:t>Gate 1 (plan) + Gate 2 (script) — no test runs without QA sign-off.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Scope  —  Fully Hands-Free CI/CD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AEEF"/>
                </a:solidFill>
                <a:latin typeface="Calibri"/>
              </a:rPr>
              <a:t>Moving from a VS Code trigger to a fully automated GitHub Actions + Microsoft Teams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2050084" cy="5943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20500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31720"/>
            <a:ext cx="2050084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606039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Moves Jira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154679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Calibri"/>
              </a:rPr>
              <a:t>→  'Ready for QA'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703320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Calibri"/>
              </a:rPr>
              <a:t>(no manual trigger)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24404" y="3739896"/>
            <a:ext cx="225856" cy="109728"/>
          </a:xfrm>
          <a:prstGeom prst="rect">
            <a:avLst/>
          </a:prstGeom>
          <a:solidFill>
            <a:srgbClr val="A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 rot="5400000">
            <a:off x="2515514" y="3611880"/>
            <a:ext cx="145938" cy="365760"/>
          </a:xfrm>
          <a:prstGeom prst="roundRect">
            <a:avLst/>
          </a:prstGeom>
          <a:solidFill>
            <a:srgbClr val="A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71876" y="1737360"/>
            <a:ext cx="2050084" cy="5943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71876" y="1737360"/>
            <a:ext cx="20500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2C5E"/>
                </a:solidFill>
                <a:latin typeface="Calibri"/>
              </a:rPr>
              <a:t>GitHub Actions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1876" y="2331720"/>
            <a:ext cx="2050084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1604" y="2606039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Jira webhook fires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1604" y="3154679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Calibri"/>
              </a:rPr>
              <a:t>GHA workflow starts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1604" y="3703320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Calibri"/>
              </a:rPr>
              <a:t>automatically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1961" y="3739896"/>
            <a:ext cx="225856" cy="109728"/>
          </a:xfrm>
          <a:prstGeom prst="rect">
            <a:avLst/>
          </a:prstGeom>
          <a:solidFill>
            <a:srgbClr val="A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 rot="5400000">
            <a:off x="4913071" y="3611880"/>
            <a:ext cx="145938" cy="365760"/>
          </a:xfrm>
          <a:prstGeom prst="roundRect">
            <a:avLst/>
          </a:prstGeom>
          <a:solidFill>
            <a:srgbClr val="A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69433" y="1737360"/>
            <a:ext cx="2050084" cy="594360"/>
          </a:xfrm>
          <a:prstGeom prst="rect">
            <a:avLst/>
          </a:prstGeom>
          <a:solidFill>
            <a:srgbClr val="E85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69433" y="1737360"/>
            <a:ext cx="20500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Teams: Plan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69433" y="2331720"/>
            <a:ext cx="2050084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9161" y="2606039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Adaptive card sent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9161" y="3154679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Calibri"/>
              </a:rPr>
              <a:t>to QA channel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9161" y="3703320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Calibri"/>
              </a:rPr>
              <a:t>Approve / Reject plan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19518" y="3739896"/>
            <a:ext cx="225856" cy="109728"/>
          </a:xfrm>
          <a:prstGeom prst="rect">
            <a:avLst/>
          </a:prstGeom>
          <a:solidFill>
            <a:srgbClr val="A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 rot="5400000">
            <a:off x="7310627" y="3611880"/>
            <a:ext cx="145938" cy="365760"/>
          </a:xfrm>
          <a:prstGeom prst="roundRect">
            <a:avLst/>
          </a:prstGeom>
          <a:solidFill>
            <a:srgbClr val="A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66990" y="1737360"/>
            <a:ext cx="2050084" cy="594360"/>
          </a:xfrm>
          <a:prstGeom prst="rect">
            <a:avLst/>
          </a:prstGeom>
          <a:solidFill>
            <a:srgbClr val="0B2C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66990" y="1737360"/>
            <a:ext cx="20500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Teams: Script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66990" y="2331720"/>
            <a:ext cx="2050084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76718" y="2606039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Adaptive card sent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76718" y="3154679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Calibri"/>
              </a:rPr>
              <a:t>with generated file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76718" y="3703320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Calibri"/>
              </a:rPr>
              <a:t>Approve / Reject script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17075" y="3739896"/>
            <a:ext cx="225856" cy="109728"/>
          </a:xfrm>
          <a:prstGeom prst="rect">
            <a:avLst/>
          </a:prstGeom>
          <a:solidFill>
            <a:srgbClr val="A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 rot="5400000">
            <a:off x="9708184" y="3611880"/>
            <a:ext cx="145938" cy="365760"/>
          </a:xfrm>
          <a:prstGeom prst="roundRect">
            <a:avLst/>
          </a:prstGeom>
          <a:solidFill>
            <a:srgbClr val="A0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64547" y="1737360"/>
            <a:ext cx="2050084" cy="59436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64547" y="1737360"/>
            <a:ext cx="20500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B2C5E"/>
                </a:solidFill>
                <a:latin typeface="Calibri"/>
              </a:rPr>
              <a:t>Teams: Results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64547" y="2331720"/>
            <a:ext cx="2050084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74275" y="2606039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A2E"/>
                </a:solidFill>
                <a:latin typeface="Calibri"/>
              </a:rPr>
              <a:t>mvn test runs in CI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74275" y="3154679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Calibri"/>
              </a:rPr>
              <a:t>Allure report link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74275" y="3703320"/>
            <a:ext cx="18489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Calibri"/>
              </a:rPr>
              <a:t>published to channel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