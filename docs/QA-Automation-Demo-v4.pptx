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Jira-Driven QA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00AEEF"/>
                </a:solidFill>
                <a:latin typeface="Calibri"/>
              </a:rPr>
              <a:t>Automated Test Generation, Review &amp; Execution — driven by a single  start  command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 — The  start 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Type  start  in the Claude Code chat inside VS Code. Everything below runs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Four phases — per-ticket processing, then one combined test run: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92808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5856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Pulls every LBVOICESER story in 'Ready for testing' with no qa-auto-generated or qa-context-requested label.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642616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72768" y="268833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Context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00837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Evaluates each ticket: summary · description · ≥1 AC · HTTP method · endpoint · request/response example.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392424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72768" y="343814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B2C5E"/>
                </a:solidFill>
                <a:latin typeface="Calibri"/>
              </a:rPr>
              <a:t>SUFFICIENT → Gates 1 &amp;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5818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Test case table → human approval → Jira Test issue created → script written → human approval → queued for run.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42232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72768" y="418795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INSUFFICIENT → Comment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50799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Posts a structured ADF comment listing exactly what's missing. Stamps qa-context-requested on the Jira ticket.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4892040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72768" y="4937759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Gate 3 — Combined Maven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57800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One  mvn test  command covering all approved classes. Allure report opens. Jira auto-updated per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 &amp; 2 — Fetch Tickets &amp; Context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Query (Phase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01368"/>
            <a:ext cx="5394960" cy="14173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project = LBVOICESER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status = "Ready for testing"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issuetype in (Story, 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(labels is EMPTY 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1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labels NOT IN ("qa-auto-generated",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"qa-context-requested"))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Mandatory Fields (Phase 2 Context Check)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1801368"/>
          <a:ext cx="5715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for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≥1 Acceptance Criterion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HTTP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Endpoint Path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Request body 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POST / PUT /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Sample response body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004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Outcome labels — permanent ticket markers: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867912"/>
          <a:ext cx="11338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 on future syncs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qa-auto-generated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Test generated &amp; approved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Ticket excluded forever — never processed again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qa-context-requested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Comment posted, info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Excluded until assignee removes the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3b — INSUFFICIENT Ticket: Comment &amp;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When a ticket lacks required fields, Claude posts a structured comment before any QA time is spent.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gets posted to Jira (ADF comment):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6446520" cy="1895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 in comment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Mention @assignee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Tags the ticket assignee directly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fields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Exact field names that are absent (e.g. 'HTTP Method', 'Endpoint Path')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Examples provided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Shows what a well-formed AC or request body looks like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No-action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Explains the ticket will be re-evaluated automatically once 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After comment — automatic label stamp: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892808"/>
            <a:ext cx="466344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480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qa-context-requested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JQL filter excludes this label on every subsequent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809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duplicate comments — ticket is processed exactly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401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Automatically re-enters the queue once assignee fixes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22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ticket and removes the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Ticket lifecycle — INSUFFICIENT path: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Ticket in 'Ready for testing'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67712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Fails context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5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3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15383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ADF comment posted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5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63055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qa-context-requested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7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10727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Excluded from next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1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399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399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Re-enters when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1 — Test Case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presents a test case table first, then asks for approval — no code written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Claude shows the test case table: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method 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DisplayName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 it covers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missingAuthHeaderReturns400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 auth header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#1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emptyBodyReturns400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 body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missingVoiceFieldReturns400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voice field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#3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missingSpeechTextReturns400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speechText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2 — AskUserQuestion (UI dropdown):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23360"/>
            <a:ext cx="5943600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08736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"Test case review"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"LBVOICESER-XXXX — &lt;summary&gt; (4 test cases). Proceed with script generation?"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09160"/>
            <a:ext cx="5943600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test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212080"/>
            <a:ext cx="5943600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 — automatic actions (no further prompts):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89280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59168" y="192938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createJiraIssue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18541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Type: Test · summary: '&lt;parent&gt; - Test case' · assignee: Bhimrao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587752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262432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transitionJiraIssue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80360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Moves new Test issue → 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282696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59168" y="3319272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editJiraIssue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575304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Adds ticket to current active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77640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59168" y="4014216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Xray GraphQL (PowerShell)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270248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addTestStep mutation for each test case — action/data/result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672584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59168" y="4709160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Inline confirm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965192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✔ Created &lt;key&gt; → In Progress, Sprint 11, N steps added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536752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59168" y="540410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Proceeds to Gate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66013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Writes the Java class, no pause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6099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4648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file written. Ticket re-enters the queue on the next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2 — Script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writes the Java test class and shows it before any test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Claude writes: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6400800" cy="34747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@Feature("TTS POST API")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@XrayTest(key = "LBVOICESER-1340")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@Requirement({"LBVOICESER-1330"})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class TtsPostApiTest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@DisplayName("No auth header returns 400")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void missingAuthHeaderReturns400()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76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TtsClient.synthesizeWithoutAuth(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TtsTestData.random())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33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.then().statusCode(400);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// ... 3 more @Test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9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AskUserQuestion (UI dropdown):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74519"/>
            <a:ext cx="4919472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86600" y="1938528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"Script review"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1488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"Review src/.../XxxApiTest.java. Queue for combined run or discard?"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587752"/>
            <a:ext cx="4919472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26334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— queue for combined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090672"/>
            <a:ext cx="4919472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3136391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— discard the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21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23944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Class name added to the combined run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4456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Maven does NOT run yet — waits for all tickets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383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44068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Generated file is deleted from disk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comment posted: 'scripts rejected — re-evaluated next sync'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617220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label stamped — ticket re-enters queue next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3 — Combined Maven Run  (Automatic)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After ALL tickets are processed — one single mvn test command for all approved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Command executed (PowerShell — foreground, 5-minute timeout):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4864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ourier New"/>
              </a:rPr>
              <a:t>mvn test  -Dtest=TtsPostApiTest,TtsStreamPostApiTest,VoiceConfigApiTest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06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Rules: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Never run per-ticket — one combined execution after ALL tickets are 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381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Always foreground (not background) — full output captured in the tool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5876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PowerShell timeout: 300 000 ms  (5 minutes)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793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pom.xml exec plugin opens the Allure report in a new window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873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Output captured — per-class result lines: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276088"/>
            <a:ext cx="11521440" cy="91440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[INFO] Tests run: 4, Failures: 0, Errors: 0  -- in com.laerdal.api.tests.TtsPostApiTest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5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Tests run: 4, Failures: 2, Errors: 0 -- in com.laerdal.api.tests.TtsStreamPostApiTest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7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  TtsStreamPostApiTest.missingVoiceFieldReturns200 -- Expected 200 but was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Produces one Allure report covering all approved test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Post-Run — Automatic Jira Updates  (Per Approved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Same turn, no user input needed. All label + transition calls run in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always (every approved class):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12064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ourier New"/>
              </a:rPr>
              <a:t>editJiraIssue  →  { "labels": ["qa-auto-generated"]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IF  Failures + Errors == 0  (all tests pass):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0088"/>
            <a:ext cx="5394960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transitionJiraIssue  →  transition ID 31  (Done)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Ticket moves to Done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776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human step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434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Test issue (LBVOICESER-XXXX) also stays 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09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until Xray import updates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32A"/>
                </a:solidFill>
                <a:latin typeface="Calibri"/>
              </a:rPr>
              <a:t>IF  Failures + Errors &gt; 0  (any test fails):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90088"/>
            <a:ext cx="5349240" cy="51206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2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addCommentToJiraIssue  →  ADF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Tags @reporter (account mention)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Tests run: N | Failures: F | Errors: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Lists each failing test method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States expected vs actual HTTP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Requests: 'review Allure report and correct AC'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406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Closes with: QA 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2587752"/>
            <a:ext cx="36576" cy="41148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45570"/>
                </a:solidFill>
                <a:latin typeface="Calibri"/>
              </a:rPr>
              <a:t>Ticket stays in 'Ready for testing' — no auto-transition on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Flow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From  start  command to Jira updated — everything in one Claude Code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2478024"/>
            <a:ext cx="14813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45570"/>
                </a:solidFill>
                <a:latin typeface="Calibri"/>
              </a:rPr>
              <a:t>User types start in Claude Code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0784" y="187451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00784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JQL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445570"/>
                </a:solidFill>
                <a:latin typeface="Calibri"/>
              </a:rPr>
              <a:t>All 'Ready for testing' tickets without processed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Ctx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SUFFICIENT: has summary + desc + AC + method + endpoint +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1874519"/>
            <a:ext cx="1207008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17136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ADF comment → qa-context-requested label → excluded from next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187451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25312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Test case table shown → Approve / Reject (AskUserQuestion)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315467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Auto-create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445570"/>
                </a:solidFill>
                <a:latin typeface="Calibri"/>
              </a:rPr>
              <a:t>Jira Test issue → In Progress → Sprint → Xray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784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00784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3624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Java class written → shown → Approve / Reject (AskUserQuestion)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6936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15467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08960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One  mvn test  covering all approved classes · Allure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17136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17136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Post-run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qa-auto-generated label · Done transition OR failure comment @reporter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Impact on QA speed, consistency, and developer feedback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64592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Zero manual Jira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Tickets in 'Ready for testing' are discovered automatically on every 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91072" y="164592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Test cases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From AC to a reviewed Java class in one session — no handoff delay.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" y="315468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One-time processing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Label filter ensures each ticket is processed exactly once across all syncs.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91072" y="315468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Xray traceability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Jira Test issue + Xray steps created automatically on Gate 1 approve.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" y="466344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Instant failure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@reporter mentioned in Jira with exact failing method names within 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91072" y="4663440"/>
            <a:ext cx="5440680" cy="7315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56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Human control at every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Gate 1 (plan) + Gate 2 (script) — no test runs without QA sign-off.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  —  Fully Hands-Free 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Moving from a VS Code trigger to a fully automated GitHub Actions + Microsoft Teams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600200"/>
            <a:ext cx="210312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Moves Jira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→  'Ready for QA'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(no manual trigger)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5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1600200"/>
            <a:ext cx="210312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GitHub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6896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88336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Jira webhook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GHA workflow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3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1184" y="1600200"/>
            <a:ext cx="210312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01184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01184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to QA 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Approve / Reject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5472" y="1600200"/>
            <a:ext cx="210312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05472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5472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96912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with generated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Approve / Reject 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1600200"/>
            <a:ext cx="210312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09760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Teams: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0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mvn test runs in 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Allure report 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published to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1594</Words>
  <Application>Microsoft Office PowerPoint</Application>
  <PresentationFormat>Custom</PresentationFormat>
  <Paragraphs>259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Bhimrao Dadannavar</cp:lastModifiedBy>
  <cp:revision>2</cp:revision>
  <dcterms:created xsi:type="dcterms:W3CDTF">2013-01-27T09:14:16Z</dcterms:created>
  <dcterms:modified xsi:type="dcterms:W3CDTF">2026-06-25T11:07:02Z</dcterms:modified>
  <cp:category/>
</cp:coreProperties>
</file>