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EEF"/>
                </a:solidFill>
                <a:latin typeface="Calibri"/>
              </a:rPr>
              <a:t>From Manual Ticket Review to Fully Automated Test Generation, Execution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Calibri"/>
              </a:rPr>
              <a:t>LBLR Voice Services  ·  QA Automation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REST Assured  ·  JUnit 5  ·  Maven  ·  Allure  ·  Jira / Xray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  Objective of This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problem are we solving and what does success look like?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11430000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29968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Eliminate repetitive manual work  </a:t>
            </a:r>
            <a:r>
              <a:rPr sz="1300" i="1">
                <a:solidFill>
                  <a:srgbClr val="556580"/>
                </a:solidFill>
                <a:latin typeface="Calibri"/>
              </a:rPr>
              <a:t>QA engineers were spending time each day checking Jira, reading tickets, and hand-writing test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34640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Enforce consistent test structure  </a:t>
            </a:r>
            <a:r>
              <a:rPr sz="1300" i="1">
                <a:solidFill>
                  <a:srgbClr val="556580"/>
                </a:solidFill>
                <a:latin typeface="Calibri"/>
              </a:rPr>
              <a:t>Every generated class follows the same SpecFactory / EnvConfig / Xray conventions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9312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39312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Close the loop with Jira  </a:t>
            </a:r>
            <a:r>
              <a:rPr sz="1300" i="1">
                <a:solidFill>
                  <a:srgbClr val="556580"/>
                </a:solidFill>
                <a:latin typeface="Calibri"/>
              </a:rPr>
              <a:t>Test results flow back into Jira instantly — labels, pass/fail comments, Done transitions — with no manual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43984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443984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Catch incomplete tickets early  </a:t>
            </a:r>
            <a:r>
              <a:rPr sz="1300" i="1">
                <a:solidFill>
                  <a:srgbClr val="556580"/>
                </a:solidFill>
                <a:latin typeface="Calibri"/>
              </a:rPr>
              <a:t>Tickets missing ACs, endpoint, or examples receive an automated comment before QA time is wasted.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48656"/>
            <a:ext cx="228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248656"/>
            <a:ext cx="109910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Give developers real-time feedback  </a:t>
            </a:r>
            <a:r>
              <a:rPr sz="1300" i="1">
                <a:solidFill>
                  <a:srgbClr val="556580"/>
                </a:solidFill>
                <a:latin typeface="Calibri"/>
              </a:rPr>
              <a:t>A failure comment tagging the reporter lands on the Jira ticket within seconds of the Maven run finishing.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  The Manual Process  (Before Automation)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Every step below was done by hand — repeatedly, for every new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44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Open Jira each 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282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Filter LBVOICESER for 'Ready for Testing' stories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06624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066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883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Read each ticket individually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Check description, acceptance criteria, HTTP method, endpoint, examples.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50208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502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Judge test-readiness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153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Decide whether the ticket has enough information to write tests.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93792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1937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Request missing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58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 a comment to the assignee listing what's missing — by hand.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1463040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63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1444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Write the Java test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17282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Author all @Test methods, annotations, imports, and assertions from scratch.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2706624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7066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6883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Run mvn test locally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Execute the suite, wait, read console output for failures.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3950208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9502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Record test results in Jira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42153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Manually add labels, post a comment with failure details, transition ticket.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5193792"/>
            <a:ext cx="438912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51937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C5E"/>
                </a:solidFill>
                <a:latin typeface="Calibri"/>
              </a:rPr>
              <a:t>Open Allure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5458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Run mvn allure:serve separately, share the URL with the team.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417320"/>
            <a:ext cx="36576" cy="521208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3.  The Automated Workflow  —  What We Do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"start"  in Claude Code  →  everything below runs automatically,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536192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5361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99616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Type  "start"  in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Triggers the sync — no script, no CLI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11679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" y="2194560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1945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5798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JQL fetch via Atlassian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14015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Pulls every LBVOICESER story in 'Ready for Testing' that has no qa-auto-generated or qa-context-requested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670047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61488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2852928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8529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816352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Context check — per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07238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Checks for: summary · description · ≥1 AC · HTTP method · endpoint path · request/response example.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328416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19856"/>
            <a:ext cx="7498079" cy="603503"/>
          </a:xfrm>
          <a:prstGeom prst="rect">
            <a:avLst/>
          </a:prstGeom>
          <a:solidFill>
            <a:srgbClr val="E8F4FF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4" y="3511296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35112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474720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A0"/>
                </a:solidFill>
                <a:latin typeface="Calibri"/>
              </a:rPr>
              <a:t>GATE 1 — Plan Review  (human step)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730752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Claude presents a table: test method | @DisplayName | AC covered.  QA approves or rejects the plan.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986784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78224"/>
            <a:ext cx="7498079" cy="603503"/>
          </a:xfrm>
          <a:prstGeom prst="rect">
            <a:avLst/>
          </a:prstGeom>
          <a:solidFill>
            <a:srgbClr val="E8F4FF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4" y="4169663"/>
            <a:ext cx="402336" cy="402336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4169663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133087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AA0"/>
                </a:solidFill>
                <a:latin typeface="Calibri"/>
              </a:rPr>
              <a:t>GATE 2 — Script Review  (human step)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89120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Claude writes the Java test class.  QA reviews the file and approves or rejects before any test runs.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64515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36592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4904" y="4828031"/>
            <a:ext cx="402336" cy="402336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828031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791455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Combined  mvn test  run  (all approved classes at once)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047488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One PowerShell foreground execution — 5-minute timeout.  Allure report opens automatically when done.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303520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  <a:latin typeface="Calibri"/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94960"/>
            <a:ext cx="7498079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4" y="5486400"/>
            <a:ext cx="402336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5486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449824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5E"/>
                </a:solidFill>
                <a:latin typeface="Calibri"/>
              </a:rPr>
              <a:t>Jira auto-update  (same turn, no user input)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05856"/>
            <a:ext cx="6876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70"/>
                </a:solidFill>
                <a:latin typeface="Calibri"/>
              </a:rPr>
              <a:t>Label qa-auto-generated added.  All tests pass → ticket transitioned to Done.  Any failure → ADF comment @reporter listing exact failing method names.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1444752"/>
            <a:ext cx="3886200" cy="402336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9" y="149961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⚠  INSUFFICIENT Ticket Path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1847088"/>
            <a:ext cx="3886200" cy="4251960"/>
          </a:xfrm>
          <a:prstGeom prst="rect">
            <a:avLst/>
          </a:prstGeom>
          <a:solidFill>
            <a:srgbClr val="FFF3E0"/>
          </a:solidFill>
          <a:ln w="9525">
            <a:solidFill>
              <a:srgbClr val="E85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7" y="1938528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7" y="1938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19" y="1938528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Ticket fails context check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9" y="2212848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Missing ≥1 of: AC · HTTP method · endpoint · request/response example.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1" y="234086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5007" y="2926080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65007" y="2926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29260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ADF comment posted to assignee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3200400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Lists exactly what's missing with examples — no guesswork for the developer.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9871" y="332841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7" y="3913632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7" y="3913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19" y="3913632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Label applied:  qa-context-requested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4187952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JQL filter excludes this label — ticket is skipped on every subsequent sync.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9871" y="4315968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32A"/>
                </a:solidFill>
                <a:latin typeface="Calibri"/>
              </a:rPr>
              <a:t>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65007" y="4901184"/>
            <a:ext cx="347472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5007" y="49011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19" y="490118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000"/>
                </a:solidFill>
                <a:latin typeface="Calibri"/>
              </a:rPr>
              <a:t>Ticket re-enters queue automatically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19" y="5175504"/>
            <a:ext cx="3227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Once the developer updates the ticket and removes the label, the next sync picks it up.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91272" y="1426464"/>
            <a:ext cx="36576" cy="52303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4.  What Gets Generated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Each approved ticket produces a complete, runnable Java test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Every generated class includes: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One @Test method per Acceptance Criterion  </a:t>
            </a:r>
            <a:r>
              <a:rPr sz="1300" i="1">
                <a:solidFill>
                  <a:srgbClr val="556580"/>
                </a:solidFill>
                <a:latin typeface="Calibri"/>
              </a:rPr>
              <a:t>no extra tests, no missing tests — exactly what the AC defines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05456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05456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@DisplayName for readable Allure + JUnit output  </a:t>
            </a:r>
            <a:r>
              <a:rPr sz="1300" i="1">
                <a:solidFill>
                  <a:srgbClr val="556580"/>
                </a:solidFill>
                <a:latin typeface="Calibri"/>
              </a:rPr>
              <a:t>human-friendly names, not method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82112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82112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@XrayTest + @Requirement Xray traceability  </a:t>
            </a:r>
            <a:r>
              <a:rPr sz="1300" i="1">
                <a:solidFill>
                  <a:srgbClr val="556580"/>
                </a:solidFill>
                <a:latin typeface="Calibri"/>
              </a:rPr>
              <a:t>results auto-import into Xray Cloud; linked to Jira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58768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858768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SpecFactory.request() for all HTTP calls  </a:t>
            </a:r>
            <a:r>
              <a:rPr sz="1300" i="1">
                <a:solidFill>
                  <a:srgbClr val="556580"/>
                </a:solidFill>
                <a:latin typeface="Calibri"/>
              </a:rPr>
              <a:t>consistent base URI, auth, timeout, Allure filter — no boilerplate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35424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535424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EnvConfig for all config and secrets  </a:t>
            </a:r>
            <a:r>
              <a:rPr sz="1300" i="1">
                <a:solidFill>
                  <a:srgbClr val="556580"/>
                </a:solidFill>
                <a:latin typeface="Calibri"/>
              </a:rPr>
              <a:t>no hard-coded URIs or tokens — safe for git 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12080"/>
            <a:ext cx="228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212080"/>
            <a:ext cx="1108252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Client class abstraction  </a:t>
            </a:r>
            <a:r>
              <a:rPr sz="1300" i="1">
                <a:solidFill>
                  <a:srgbClr val="556580"/>
                </a:solidFill>
                <a:latin typeface="Calibri"/>
              </a:rPr>
              <a:t>TtsClient, TtsStreamClient, VoiceConfigClient — reused across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5.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Battle-tested open-source tools wired together with Claude Code + Atlassian MCP.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Java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Language &amp;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LTS, widely supported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463040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REST Assured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HTTP test DSL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fluent given/when/then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463040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JUnit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5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Test 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@Test · @DisplayName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463040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146304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Maven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5984" y="1901952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196596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Build &amp;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496312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mvn test + Surefire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01568"/>
            <a:ext cx="2651760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Allure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HTML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auto-opens after each 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401568"/>
            <a:ext cx="2651760" cy="43891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18688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Xray / Jira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Traceability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@XrayTest · @Requirement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7336" y="3401568"/>
            <a:ext cx="2651760" cy="43891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7336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C5E"/>
                </a:solidFill>
                <a:latin typeface="Calibri"/>
              </a:rPr>
              <a:t>Atlassian MCP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7336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5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Live Jira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5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search · comment · transition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3401568"/>
            <a:ext cx="2651760" cy="43891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15984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15984" y="3840480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07424" y="3904488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AI orchestration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7424" y="4434840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  <a:latin typeface="Calibri"/>
              </a:rPr>
              <a:t>reads tickets, writes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6.  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Measured impact on QA speed, quality, and developer feedback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50876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6367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⏱  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057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Tickets in 'Ready for Testing' are discovered automatically every session.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50876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367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📝  Test classes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57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From AC to runnable Java code in one turn — what previously took 30–60 min per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0632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063239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191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🔁  Consistent every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6118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Same annotations, same spec factory, same naming — no style drift across engineers.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0632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063239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91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🚨  Instant failure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6118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Reporter is @mentioned in Jira with exact failing method names within seconds of the Maven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1772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1772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457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✅  Automatic Done transition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16635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When all tests pass, the Jira ticket moves to Done automatically — no human step.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1772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1772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457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5E"/>
                </a:solidFill>
                <a:latin typeface="Calibri"/>
              </a:rPr>
              <a:t>📋  Incomplete tickets surfaced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16635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Missing ACs or endpoint details trigger a structured comment before QA time is spent.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Manual daily Jira reviews  →  replaced by a single  start  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Hand-written test classes  →  auto-generated from Acceptance Criteria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Manual Maven runs + result tracking  →  combined run + Jira auto-update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39"/>
            <a:ext cx="11064240" cy="658368"/>
          </a:xfrm>
          <a:prstGeom prst="rect">
            <a:avLst/>
          </a:prstGeom>
          <a:solidFill>
            <a:srgbClr val="0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✔  Developer feedback in hours  →  @mention comment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21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Next  →  Expand to all LBVOICESER APIs  ·  Add schema validation  ·  Xray Cloud result import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8.  Future Scope  —  Fully Hands-Free 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86584" y="1988819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481328"/>
            <a:ext cx="2103120" cy="42062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8132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901952"/>
            <a:ext cx="210312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75104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76856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78608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1988819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1481328"/>
            <a:ext cx="2103120" cy="42062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148132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1901952"/>
            <a:ext cx="210312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1975104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276856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578608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3" y="1988819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1481328"/>
            <a:ext cx="210312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48132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4608" y="1901952"/>
            <a:ext cx="210312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1975104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2276856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578608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1988819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1481328"/>
            <a:ext cx="2103120" cy="42062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148132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1901952"/>
            <a:ext cx="210312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1975104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276856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2578608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36608" y="1481328"/>
            <a:ext cx="2103120" cy="42062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148132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36608" y="1901952"/>
            <a:ext cx="210312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8048" y="1975104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8" y="2276856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2578608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3127248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changes vs. today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3438144"/>
            <a:ext cx="11612880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" y="3547872"/>
            <a:ext cx="2697480" cy="34747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3584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GitHub Actions trigger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3895344"/>
            <a:ext cx="26974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3968496"/>
            <a:ext cx="2496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460"/>
                </a:solidFill>
                <a:latin typeface="Calibri"/>
              </a:rPr>
              <a:t>A Jira webhook fires a GHA workflow the moment a ticket moves to 'Ready for QA' — no one needs to type start.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18688" y="3547872"/>
            <a:ext cx="2697480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0128" y="3584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Teams notification — Plan Approval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18688" y="3895344"/>
            <a:ext cx="26974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968496"/>
            <a:ext cx="2496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460"/>
                </a:solidFill>
                <a:latin typeface="Calibri"/>
              </a:rPr>
              <a:t>QA receives an Adaptive Card in the team channel with the test plan table.  One click to Approve or Reject.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547872"/>
            <a:ext cx="2697480" cy="34747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3584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Teams notification — Script Approval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3895344"/>
            <a:ext cx="26974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3968496"/>
            <a:ext cx="2496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460"/>
                </a:solidFill>
                <a:latin typeface="Calibri"/>
              </a:rPr>
              <a:t>After plan approval, a second Adaptive Card delivers the generated Java class for review.  Approve triggers the CI run.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70848" y="3547872"/>
            <a:ext cx="2697480" cy="34747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2288" y="3584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Allure report published to Teams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70848" y="3895344"/>
            <a:ext cx="26974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0576" y="3968496"/>
            <a:ext cx="2496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460"/>
                </a:solidFill>
                <a:latin typeface="Calibri"/>
              </a:rPr>
              <a:t>When the Maven run finishes, the Allure report URL and pass/fail summary are posted directly to the QA channel.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5047488"/>
            <a:ext cx="1161288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5148072"/>
            <a:ext cx="1161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B2C5E"/>
                </a:solidFill>
                <a:latin typeface="Calibri"/>
              </a:rPr>
              <a:t>Goal: zero manual steps from ticket creation to Allure results — developer moves to 'Ready for QA', everything else is automated.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