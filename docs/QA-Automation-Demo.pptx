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  <a:latin typeface="Calibri"/>
              </a:rPr>
              <a:t>LBLR Voice Services  ·  Project: LBVOICESER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C5E"/>
                </a:solidFill>
                <a:latin typeface="Calibri"/>
              </a:rPr>
              <a:t>Java 11  ·  REST Assured  ·  JUnit 5  ·  Maven  ·  Allure  ·  Jira / Xray Cloud  · 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546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86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1430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187451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874519"/>
            <a:ext cx="1207008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187451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15467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784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0784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936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5467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One  mvn test 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