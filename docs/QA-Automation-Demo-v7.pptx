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Jira-Driven QA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AEEF"/>
                </a:solidFill>
                <a:latin typeface="Calibri"/>
              </a:rPr>
              <a:t>Automated Test Generation, Review &amp; Execution — driven by a single  start  command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D6E8"/>
                </a:solidFill>
                <a:latin typeface="Calibri"/>
              </a:rPr>
              <a:t>LBLR Voice Services  ·  Project: LBVOICESER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2C5E"/>
                </a:solidFill>
                <a:latin typeface="Calibri"/>
              </a:rPr>
              <a:t>Java 11  ·  REST Assured  ·  JUnit 5  ·  Maven  ·  Allure  ·  Jira / Xray Cloud  ·  Claude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It Works — The  start  Command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Type  start  in the Claude Code chat inside VS Code. Everything below runs automatically.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Four phases — per-ticket processing, then one combined test run: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65960"/>
            <a:ext cx="1097280" cy="47548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965960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1892808"/>
            <a:ext cx="10378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72768" y="1938528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JQL Fetch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258568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Pulls every LBVOICESER story in 'Ready for testing' with no qa-auto-generated or qa-context-requested label.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715768"/>
            <a:ext cx="1097280" cy="47548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715768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2642616"/>
            <a:ext cx="10378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72768" y="2688336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Context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008376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Evaluates each ticket: summary · description · ≥1 AC · HTTP method · endpoint · request/response example.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465576"/>
            <a:ext cx="109728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465576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3392424"/>
            <a:ext cx="10378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72768" y="3438144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SUFFICIENT → Gates 1 &amp;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758184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Test case table → human approval → Jira Test issue created → script written → human approval → queued for run.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215384"/>
            <a:ext cx="1097280" cy="475488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215384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3b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63040" y="4142232"/>
            <a:ext cx="10378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72768" y="4187952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INSUFFICIENT → Comment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4507992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Posts a structured ADF comment listing exactly what's missing. Stamps qa-context-requested on the Jira ticket.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965192"/>
            <a:ext cx="1097280" cy="47548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4965192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63040" y="4892040"/>
            <a:ext cx="10378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72768" y="4937759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Gate 3 — Combined Maven Run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72768" y="5257800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One  mvn test  command covering all approved classes. Allure report opens. Jira auto-updated per class.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Phase 1 &amp; 2 — Fetch Tickets &amp; Context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71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JQL Query (Phase 1)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801368"/>
            <a:ext cx="5394960" cy="1417320"/>
          </a:xfrm>
          <a:prstGeom prst="rect">
            <a:avLst/>
          </a:prstGeom>
          <a:solidFill>
            <a:srgbClr val="0D1A2E"/>
          </a:solidFill>
          <a:ln w="9525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project = LBVOICESER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75688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AND status = "Ready for testing"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76856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AND issuetype in (Story, Task)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78024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AND (labels is EMPTY 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79191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labels NOT IN ("qa-auto-generated",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80360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"qa-context-requested"))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371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Mandatory Fields (Phase 2 Context Check)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989320" y="1801368"/>
          <a:ext cx="57150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15468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Required for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Summary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All tickets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All tickets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≥1 Acceptance Criterion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All tickets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HTTP Method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All tickets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Endpoint Path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All tickets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Request body example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POST / PUT / PATCH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Sample response body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320040" y="3429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Outcome labels — permanent ticket markers: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20040" y="3867912"/>
          <a:ext cx="1133856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3657600"/>
                <a:gridCol w="502920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Label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Effect on future syncs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qa-auto-generated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Test generated &amp; approved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Ticket excluded forever — never processed again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qa-context-requested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Comment posted, info missing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Excluded until assignee removes the 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Phase 3b — INSUFFICIENT Ticket: Comment &amp; Label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When a ticket lacks required fields, Claude posts a structured comment before any QA time is spent.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What gets posted to Jira (ADF comment):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892808"/>
          <a:ext cx="64465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88620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Section in comment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Content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Mention @assignee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Tags the ticket assignee directly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Missing fields 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Exact field names that are absent (e.g. 'HTTP Method', 'Endpoint Path')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Examples provided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Shows what a well-formed AC or request body looks like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No-action note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Explains the ticket will be re-evaluated automatically once updated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After comment — automatic label stamp: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892808"/>
            <a:ext cx="4663440" cy="566928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1965960"/>
            <a:ext cx="4480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qa-context-requested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56032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JQL filter excludes this label on every subsequent sync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98094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No duplicate comments — ticket is processed exactly once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40156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Automatically re-enters the queue once assignee fixes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822191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  ticket and removes the label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8404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Ticket lifecycle — INSUFFICIENT path: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279392"/>
            <a:ext cx="1783080" cy="56692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4315968"/>
            <a:ext cx="1783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Ticket in 'Ready for testing'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66543" y="438912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5570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67712" y="4279392"/>
            <a:ext cx="1783080" cy="566928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67712" y="4315968"/>
            <a:ext cx="1783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Fails context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14215" y="438912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5570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15383" y="4279392"/>
            <a:ext cx="1783080" cy="56692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15383" y="4315968"/>
            <a:ext cx="1783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ADF comment posted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61888" y="438912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5570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63055" y="4279392"/>
            <a:ext cx="1783080" cy="566928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63055" y="4315968"/>
            <a:ext cx="1783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qa-context-requested label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59" y="438912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5570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10727" y="4279392"/>
            <a:ext cx="1783080" cy="56692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10727" y="4315968"/>
            <a:ext cx="1783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Excluded from next sync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57231" y="438912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5570"/>
                </a:solidFill>
                <a:latin typeface="Calibr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399" y="4279392"/>
            <a:ext cx="1783080" cy="566928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399" y="4315968"/>
            <a:ext cx="1783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Re-enters when fixed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Gate 1 — Test Case Review  (Human Approval)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Claude presents a test case table first, then asks for approval — no code written yet.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Step 1 — Claude shows the test case table: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892808"/>
          <a:ext cx="58064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286000"/>
                <a:gridCol w="114300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Test method name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DisplayName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AC it covers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missingAuthHeaderReturns400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No auth header returns 400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AC #1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emptyBodyReturns400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Empty body returns 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AC #2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missingVoiceFieldReturns400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Missing voice field returns 400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AC #3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missingSpeechTextReturns400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Missing speechText returns 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AC #4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Step 2 — AskUserQuestion (UI dropdown):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023360"/>
            <a:ext cx="5943600" cy="566928"/>
          </a:xfrm>
          <a:prstGeom prst="rect">
            <a:avLst/>
          </a:prstGeom>
          <a:solidFill>
            <a:srgbClr val="EBF3FB"/>
          </a:solidFill>
          <a:ln w="9525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087368"/>
            <a:ext cx="5669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Header: "Test case review"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9768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Question: "LBVOICESER-XXXX — &lt;summary&gt; (4 test cases). Proceed with script generation?"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709160"/>
            <a:ext cx="5943600" cy="4206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754880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Approve test cases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5212080"/>
            <a:ext cx="5943600" cy="420624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257800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Reject test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On Approve — automatic actions (no further prompts):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1984248"/>
            <a:ext cx="384048" cy="38404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98424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0" y="1892808"/>
            <a:ext cx="5193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59168" y="1929384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createJiraIssue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185416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Type: Test · summary: '&lt;parent&gt; - Test case' · assignee: Bhimrao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2679192"/>
            <a:ext cx="384048" cy="38404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679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2587752"/>
            <a:ext cx="5193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59168" y="2624328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transitionJiraIssue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2880360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Moves new Test issue → In Progress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374136"/>
            <a:ext cx="384048" cy="38404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37413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0" y="3282696"/>
            <a:ext cx="5193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59168" y="3319272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editJiraIssue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3575304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Adds ticket to current active sprint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4069080"/>
            <a:ext cx="384048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40690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3977640"/>
            <a:ext cx="5193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59168" y="4014216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Xray GraphQL (PowerShell)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9168" y="4270248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addTestStep mutation for each test case — action/data/result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4764024"/>
            <a:ext cx="384048" cy="38404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76402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49440" y="4672584"/>
            <a:ext cx="5193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59168" y="4709160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Inline confirm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59168" y="4965192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✔ Created &lt;key&gt; → In Progress, Sprint 11, N steps added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5458968"/>
            <a:ext cx="384048" cy="38404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54589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49440" y="5367528"/>
            <a:ext cx="5193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59168" y="5404104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Proceeds to Gate 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59168" y="5660136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Writes the Java class, no pause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60990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On Reject: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6464807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No file written. Ticket re-enters the queue on the next sync.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Gate 2 — Script Review  (Human Approval)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Claude writes the Java test class and shows it before any test runs.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What Claude writes: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74519"/>
            <a:ext cx="6400800" cy="3474720"/>
          </a:xfrm>
          <a:prstGeom prst="rect">
            <a:avLst/>
          </a:prstGeom>
          <a:solidFill>
            <a:srgbClr val="0D1A2E"/>
          </a:solidFill>
          <a:ln w="9525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476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@Feature("TTS POST API")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762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@XrayTest(key = "LBVOICESER-1340")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048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@Requirement({"LBVOICESER-1330"})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334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class TtsPostApiTest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620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906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@Test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192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@DisplayName("No auth header returns 400")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478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void missingAuthHeaderReturns400() 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764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  TtsClient.synthesizeWithoutAuth(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050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    TtsTestData.random())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336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    .then().statusCode(400);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622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908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// ... 3 more @Test methods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9194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AskUserQuestion (UI dropdown):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1874519"/>
            <a:ext cx="4919472" cy="566928"/>
          </a:xfrm>
          <a:prstGeom prst="rect">
            <a:avLst/>
          </a:prstGeom>
          <a:solidFill>
            <a:srgbClr val="EBF3FB"/>
          </a:solidFill>
          <a:ln w="9525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1938528"/>
            <a:ext cx="4663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Header: "Script review"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214884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Question: "Review src/.../XxxApiTest.java. Queue for combined run or discard?"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2587752"/>
            <a:ext cx="4919472" cy="4206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0" y="263347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Approve — queue for combined run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0" y="3090672"/>
            <a:ext cx="4919472" cy="420624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86600" y="3136391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Reject — discard the file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7216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On Approve: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123944"/>
            <a:ext cx="4919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▪  Class name added to the combined run queue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544568"/>
            <a:ext cx="4919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▪  Maven does NOT run yet — waits for all tickets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503834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On Reject: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5440680"/>
            <a:ext cx="4919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Generated file is deleted from disk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806440"/>
            <a:ext cx="4919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Jira comment posted: 'scripts rejected — re-evaluated next sync'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6172200"/>
            <a:ext cx="4919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No label stamped — ticket re-enters queue next sync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Gate 3 — Combined Maven Run  (Automatic)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After ALL tickets are processed — one single mvn test command for all approved classes.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Command executed (PowerShell — foreground, 5-minute timeout):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92808"/>
            <a:ext cx="11521440" cy="548640"/>
          </a:xfrm>
          <a:prstGeom prst="rect">
            <a:avLst/>
          </a:prstGeom>
          <a:solidFill>
            <a:srgbClr val="0D1A2E"/>
          </a:solidFill>
          <a:ln w="9525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00253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ourier New"/>
              </a:rPr>
              <a:t>mvn test  -Dtest=TtsPostApiTest,TtsStreamPostApiTest,VoiceConfigApiTest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606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Rules: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017520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▪  Never run per-ticket — one combined execution after ALL tickets are processed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438144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▪  Always foreground (not background) — full output captured in the tool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858768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▪  PowerShell timeout: 300 000 ms  (5 minutes)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27939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▪  pom.xml exec plugin opens the Allure report in a new window automatically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8737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Output captured — per-class result lines: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5276088"/>
            <a:ext cx="11521440" cy="914400"/>
          </a:xfrm>
          <a:prstGeom prst="rect">
            <a:avLst/>
          </a:prstGeom>
          <a:solidFill>
            <a:srgbClr val="0D1A2E"/>
          </a:solidFill>
          <a:ln w="9525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34924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[INFO] Tests run: 4, Failures: 0, Errors: 0  -- in com.laerdal.api.tests.TtsPostApiTest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23559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532A"/>
                </a:solidFill>
                <a:latin typeface="Courier New"/>
              </a:rPr>
              <a:t>[ERROR] Tests run: 4, Failures: 2, Errors: 0 -- in com.laerdal.api.tests.TtsStreamPostApiTest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897879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532A"/>
                </a:solidFill>
                <a:latin typeface="Courier New"/>
              </a:rPr>
              <a:t>[ERROR]   TtsStreamPostApiTest.missingVoiceFieldReturns200 -- Expected 200 but was 400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355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Produces one Allure report covering all approved test classes.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Post-Run — Automatic Jira Updates  (Per Approved Class)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Same turn, no user input needed. All label + transition calls run in parallel.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Step 1 — always (every approved class):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92808"/>
            <a:ext cx="11521440" cy="512064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8424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AEEF"/>
                </a:solidFill>
                <a:latin typeface="Courier New"/>
              </a:rPr>
              <a:t>editJiraIssue  →  { "labels": ["qa-auto-generated"]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5877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IF  Failures + Errors == 0  (all tests pass):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990088"/>
            <a:ext cx="5394960" cy="5120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08152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urier New"/>
              </a:rPr>
              <a:t>transitionJiraIssue  →  transition ID 31  (Done)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61188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Ticket moves to Done automatically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97764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No human step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34340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Jira Test issue (LBVOICESER-XXXX) also stays In Progress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709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  until Xray import updates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877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32A"/>
                </a:solidFill>
                <a:latin typeface="Calibri"/>
              </a:rPr>
              <a:t>IF  Failures + Errors &gt; 0  (any test fails):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990088"/>
            <a:ext cx="5349240" cy="512064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30815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urier New"/>
              </a:rPr>
              <a:t>addCommentToJiraIssue  →  ADF format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61188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Tags @reporter (account mention)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97764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Tests run: N | Failures: F | Errors: 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34340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Lists each failing test method 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70916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States expected vs actual HTTP 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07492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Requests: 'review Allure report and correct AC'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44068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Closes with: QA Automation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81928" y="2587752"/>
            <a:ext cx="36576" cy="4114800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5943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45570"/>
                </a:solidFill>
                <a:latin typeface="Calibri"/>
              </a:rPr>
              <a:t>Ticket stays in 'Ready for testing' — no auto-transition on failure.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End-to-End Flow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From  start  command to Jira updated — everything in one Claude Code session.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" y="1600200"/>
            <a:ext cx="2103120" cy="16230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600200"/>
            <a:ext cx="2103120" cy="162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278124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5570"/>
                </a:solidFill>
                <a:latin typeface="Calibri"/>
              </a:rPr>
              <a:t>User types start in Claude Code 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7" y="224713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70047" y="1600200"/>
            <a:ext cx="2103120" cy="162306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0047" y="1600200"/>
            <a:ext cx="2103120" cy="162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JQL Fetch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0047" y="3278124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5570"/>
                </a:solidFill>
                <a:latin typeface="Calibri"/>
              </a:rPr>
              <a:t>All 'Ready for testing' tickets without processed labels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7" y="224713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47488" y="1600200"/>
            <a:ext cx="2103120" cy="16230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7488" y="1600200"/>
            <a:ext cx="2103120" cy="162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Ctx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3278124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5570"/>
                </a:solidFill>
                <a:latin typeface="Calibri"/>
              </a:rPr>
              <a:t>SUFFICIENT: has summary + desc + AC + method + endpoint + example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0607" y="224713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24927" y="1600200"/>
            <a:ext cx="2103120" cy="1623060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24927" y="1600200"/>
            <a:ext cx="2103120" cy="162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INSUFFICIENT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4927" y="3278124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5570"/>
                </a:solidFill>
                <a:latin typeface="Calibri"/>
              </a:rPr>
              <a:t>ADF comment → qa-context-requested label → excluded from next sync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8047" y="224713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02367" y="1600200"/>
            <a:ext cx="2103120" cy="16230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02367" y="1600200"/>
            <a:ext cx="2103120" cy="162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Gate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02367" y="3278124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5570"/>
                </a:solidFill>
                <a:latin typeface="Calibri"/>
              </a:rPr>
              <a:t>Test case table shown → Approve / Reject (AskUserQuestion)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" y="4229100"/>
            <a:ext cx="2103120" cy="162306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" y="4229100"/>
            <a:ext cx="2103120" cy="162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Auto-create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" y="5907024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5570"/>
                </a:solidFill>
                <a:latin typeface="Calibri"/>
              </a:rPr>
              <a:t>Jira Test issue → In Progress → Sprint → Xray 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95727" y="487603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70047" y="4229100"/>
            <a:ext cx="2103120" cy="16230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70047" y="4229100"/>
            <a:ext cx="2103120" cy="162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Gate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70047" y="5907024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5570"/>
                </a:solidFill>
                <a:latin typeface="Calibri"/>
              </a:rPr>
              <a:t>Java class written → shown → Approve / Reject (AskUserQuestion)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73167" y="487603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47488" y="4229100"/>
            <a:ext cx="2103120" cy="16230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47488" y="4229100"/>
            <a:ext cx="2103120" cy="162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Gate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47488" y="5907024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5570"/>
                </a:solidFill>
                <a:latin typeface="Calibri"/>
              </a:rPr>
              <a:t>One mvn test covering all approved classes · Allure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50607" y="487603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24927" y="4229100"/>
            <a:ext cx="2103120" cy="16230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24927" y="4229100"/>
            <a:ext cx="2103120" cy="162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Post-run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24927" y="5907024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5570"/>
                </a:solidFill>
                <a:latin typeface="Calibri"/>
              </a:rPr>
              <a:t>qa-auto-generated label · Done transition OR failure comment @reporter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28047" y="487603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Impact on QA speed, consistency, and developer feedback loop.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645920"/>
            <a:ext cx="5440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645920"/>
            <a:ext cx="54406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773936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Zero manual Jira scanning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221284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Tickets in 'Ready for testing' are discovered automatically on every start.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1072" y="1645920"/>
            <a:ext cx="5440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91072" y="1645920"/>
            <a:ext cx="5440680" cy="73152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773936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Test cases in seconds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21284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From AC to a reviewed Java class in one session — no handoff delay.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3154680"/>
            <a:ext cx="5440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" y="3154680"/>
            <a:ext cx="5440680" cy="7315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282696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One-time processing guarantee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372160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Label filter ensures each ticket is processed exactly once across all syncs.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91072" y="3154680"/>
            <a:ext cx="5440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91072" y="3154680"/>
            <a:ext cx="54406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3282696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Xray traceability built-in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72160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Jira Test issue + Xray steps created automatically on Gate 1 approve.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" y="4663440"/>
            <a:ext cx="5440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7472" y="4663440"/>
            <a:ext cx="5440680" cy="73152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791455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Instant failure feedback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" y="523036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@reporter mentioned in Jira with exact failing method names within seconds.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91072" y="4663440"/>
            <a:ext cx="5440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91072" y="4663440"/>
            <a:ext cx="5440680" cy="73152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4791455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Human control at every 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523036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Gate 1 (plan) + Gate 2 (script) — no test runs without QA sign-off.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Future Scope  —  Fully Hands-Free CI/CD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Moving from a VS Code trigger to a fully automated GitHub Actions + Microsoft Teams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" y="1600200"/>
            <a:ext cx="2103120" cy="47548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60020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Developer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" y="2075688"/>
            <a:ext cx="210312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167128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Moves Jira ticket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569464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2E"/>
                </a:solidFill>
                <a:latin typeface="Calibri"/>
              </a:rPr>
              <a:t>→  'Ready for QA'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971800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2E"/>
                </a:solidFill>
                <a:latin typeface="Calibri"/>
              </a:rPr>
              <a:t>(no manual trigger)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4015" y="2395727"/>
            <a:ext cx="219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D6E8"/>
                </a:solidFill>
                <a:latin typeface="Calibr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96896" y="1600200"/>
            <a:ext cx="2103120" cy="47548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96896" y="160020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B2C5E"/>
                </a:solidFill>
                <a:latin typeface="Calibri"/>
              </a:rPr>
              <a:t>GitHub Actions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96896" y="2075688"/>
            <a:ext cx="210312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88336" y="2167128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Jira webhook fires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8336" y="2569464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2E"/>
                </a:solidFill>
                <a:latin typeface="Calibri"/>
              </a:rPr>
              <a:t>GHA workflow starts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8336" y="2971800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2E"/>
                </a:solidFill>
                <a:latin typeface="Calibri"/>
              </a:rPr>
              <a:t>automatically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8303" y="2395727"/>
            <a:ext cx="219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D6E8"/>
                </a:solidFill>
                <a:latin typeface="Calibri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01184" y="1600200"/>
            <a:ext cx="2103120" cy="475488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01184" y="160020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Teams: Plan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01184" y="2075688"/>
            <a:ext cx="210312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92624" y="2167128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Adaptive card sent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2624" y="2569464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2E"/>
                </a:solidFill>
                <a:latin typeface="Calibri"/>
              </a:rPr>
              <a:t>to QA channel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92624" y="2971800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2E"/>
                </a:solidFill>
                <a:latin typeface="Calibri"/>
              </a:rPr>
              <a:t>Approve / Reject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2395727"/>
            <a:ext cx="219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D6E8"/>
                </a:solidFill>
                <a:latin typeface="Calibri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05472" y="1600200"/>
            <a:ext cx="2103120" cy="47548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05472" y="160020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Teams: Script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05472" y="2075688"/>
            <a:ext cx="210312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96912" y="2167128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Adaptive card sent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96912" y="2569464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2E"/>
                </a:solidFill>
                <a:latin typeface="Calibri"/>
              </a:rPr>
              <a:t>with generated file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96912" y="2971800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2E"/>
                </a:solidFill>
                <a:latin typeface="Calibri"/>
              </a:rPr>
              <a:t>Approve / Reject script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2395727"/>
            <a:ext cx="219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D6E8"/>
                </a:solidFill>
                <a:latin typeface="Calibri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09760" y="1600200"/>
            <a:ext cx="2103120" cy="47548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60" y="160020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B2C5E"/>
                </a:solidFill>
                <a:latin typeface="Calibri"/>
              </a:rPr>
              <a:t>Teams: Results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09760" y="2075688"/>
            <a:ext cx="210312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0" y="2167128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mvn test runs in CI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2569464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2E"/>
                </a:solidFill>
                <a:latin typeface="Calibri"/>
              </a:rPr>
              <a:t>Allure report link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2971800"/>
            <a:ext cx="19385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2E"/>
                </a:solidFill>
                <a:latin typeface="Calibri"/>
              </a:rPr>
              <a:t>published to channel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